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156937babc64583" /><Relationship Type="http://schemas.openxmlformats.org/officeDocument/2006/relationships/extended-properties" Target="/docProps/app.xml" Id="R8bfd6d15b7864081" /><Relationship Type="http://schemas.openxmlformats.org/officeDocument/2006/relationships/officeDocument" Target="/ppt/presentation.xml" Id="R268da047e68f47d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40c7e1e401e47bd"/>
  </p:sldMasterIdLst>
  <p:notesMasterIdLst>
    <p:notesMasterId xmlns:r="http://schemas.openxmlformats.org/officeDocument/2006/relationships" r:id="R5cfe847df11b46f7"/>
  </p:notesMasterIdLst>
  <p:sldIdLst>
    <p:sldId xmlns:r="http://schemas.openxmlformats.org/officeDocument/2006/relationships" id="256" r:id="R923da8dade424d59"/>
    <p:sldId xmlns:r="http://schemas.openxmlformats.org/officeDocument/2006/relationships" id="257" r:id="Ra50372e19f18415a"/>
    <p:sldId xmlns:r="http://schemas.openxmlformats.org/officeDocument/2006/relationships" id="258" r:id="R70581ddede1843ee"/>
    <p:sldId xmlns:r="http://schemas.openxmlformats.org/officeDocument/2006/relationships" id="259" r:id="R3a2c1d6a8e3c4da1"/>
    <p:sldId xmlns:r="http://schemas.openxmlformats.org/officeDocument/2006/relationships" id="260" r:id="R43dc4d1c0a7f4d66"/>
    <p:sldId xmlns:r="http://schemas.openxmlformats.org/officeDocument/2006/relationships" id="261" r:id="Rb77d2ed368424821"/>
    <p:sldId xmlns:r="http://schemas.openxmlformats.org/officeDocument/2006/relationships" id="262" r:id="R192c4a13eff74c82"/>
    <p:sldId xmlns:r="http://schemas.openxmlformats.org/officeDocument/2006/relationships" id="263" r:id="R5e55fe746e87415e"/>
    <p:sldId xmlns:r="http://schemas.openxmlformats.org/officeDocument/2006/relationships" id="264" r:id="Rdb1e6c333c254c6b"/>
    <p:sldId xmlns:r="http://schemas.openxmlformats.org/officeDocument/2006/relationships" id="265" r:id="R4c82f3a7a06f4f02"/>
    <p:sldId xmlns:r="http://schemas.openxmlformats.org/officeDocument/2006/relationships" id="266" r:id="Rbdd4f986649d478f"/>
    <p:sldId xmlns:r="http://schemas.openxmlformats.org/officeDocument/2006/relationships" id="267" r:id="R9f9ace5ed5eb4da5"/>
  </p:sldIdLst>
  <p:sldSz cx="9144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e238f3ef1b54a81" /><Relationship Type="http://schemas.openxmlformats.org/officeDocument/2006/relationships/slideMaster" Target="/ppt/slideMasters/slideMaster1.xml" Id="Rc40c7e1e401e47bd" /><Relationship Type="http://schemas.openxmlformats.org/officeDocument/2006/relationships/notesMaster" Target="/ppt/notesMasters/notesMaster1.xml" Id="R5cfe847df11b46f7" /><Relationship Type="http://schemas.openxmlformats.org/officeDocument/2006/relationships/presProps" Target="/ppt/presProps.xml" Id="Rabdda5f25ac14b7b" /><Relationship Type="http://schemas.openxmlformats.org/officeDocument/2006/relationships/viewProps" Target="/ppt/viewProps.xml" Id="R8adf62faeccc4ecf" /><Relationship Type="http://schemas.openxmlformats.org/officeDocument/2006/relationships/tableStyles" Target="/ppt/tableStyles.xml" Id="R3d872ee00d3c4950" /><Relationship Type="http://schemas.openxmlformats.org/officeDocument/2006/relationships/slide" Target="/ppt/slides/slide1.xml" Id="R923da8dade424d59" /><Relationship Type="http://schemas.openxmlformats.org/officeDocument/2006/relationships/slide" Target="/ppt/slides/slide2.xml" Id="Ra50372e19f18415a" /><Relationship Type="http://schemas.openxmlformats.org/officeDocument/2006/relationships/slide" Target="/ppt/slides/slide3.xml" Id="R70581ddede1843ee" /><Relationship Type="http://schemas.openxmlformats.org/officeDocument/2006/relationships/slide" Target="/ppt/slides/slide4.xml" Id="R3a2c1d6a8e3c4da1" /><Relationship Type="http://schemas.openxmlformats.org/officeDocument/2006/relationships/slide" Target="/ppt/slides/slide5.xml" Id="R43dc4d1c0a7f4d66" /><Relationship Type="http://schemas.openxmlformats.org/officeDocument/2006/relationships/slide" Target="/ppt/slides/slide6.xml" Id="Rb77d2ed368424821" /><Relationship Type="http://schemas.openxmlformats.org/officeDocument/2006/relationships/slide" Target="/ppt/slides/slide7.xml" Id="R192c4a13eff74c82" /><Relationship Type="http://schemas.openxmlformats.org/officeDocument/2006/relationships/slide" Target="/ppt/slides/slide8.xml" Id="R5e55fe746e87415e" /><Relationship Type="http://schemas.openxmlformats.org/officeDocument/2006/relationships/slide" Target="/ppt/slides/slide9.xml" Id="Rdb1e6c333c254c6b" /><Relationship Type="http://schemas.openxmlformats.org/officeDocument/2006/relationships/slide" Target="/ppt/slides/slide10.xml" Id="R4c82f3a7a06f4f02" /><Relationship Type="http://schemas.openxmlformats.org/officeDocument/2006/relationships/slide" Target="/ppt/slides/slide11.xml" Id="Rbdd4f986649d478f" /><Relationship Type="http://schemas.openxmlformats.org/officeDocument/2006/relationships/slide" Target="/ppt/slides/slide12.xml" Id="R9f9ace5ed5eb4da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9f30a2a668d468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ca07f7557394d11" /><Relationship Type="http://schemas.openxmlformats.org/officeDocument/2006/relationships/notesMaster" Target="/ppt/notesMasters/notesMaster1.xml" Id="R61ab5dcb9dd7419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08f381d41724d98" /><Relationship Type="http://schemas.openxmlformats.org/officeDocument/2006/relationships/notesMaster" Target="/ppt/notesMasters/notesMaster1.xml" Id="R8fc7c765a656475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5a0b506d5da4eb8" /><Relationship Type="http://schemas.openxmlformats.org/officeDocument/2006/relationships/notesMaster" Target="/ppt/notesMasters/notesMaster1.xml" Id="Ra38cd81a2ab64bc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312abd599194c44" /><Relationship Type="http://schemas.openxmlformats.org/officeDocument/2006/relationships/notesMaster" Target="/ppt/notesMasters/notesMaster1.xml" Id="R4642cea2568340d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3497079c083451e" /><Relationship Type="http://schemas.openxmlformats.org/officeDocument/2006/relationships/notesMaster" Target="/ppt/notesMasters/notesMaster1.xml" Id="R1cc228be27eb4da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d1be70e8c20408e" /><Relationship Type="http://schemas.openxmlformats.org/officeDocument/2006/relationships/notesMaster" Target="/ppt/notesMasters/notesMaster1.xml" Id="Rd9d903fda8a14e5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c3733be6851427a" /><Relationship Type="http://schemas.openxmlformats.org/officeDocument/2006/relationships/notesMaster" Target="/ppt/notesMasters/notesMaster1.xml" Id="R7d55fab278d3422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fd058eb33834303" /><Relationship Type="http://schemas.openxmlformats.org/officeDocument/2006/relationships/notesMaster" Target="/ppt/notesMasters/notesMaster1.xml" Id="R3b75ec4f4b34467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cffe85164b743dd" /><Relationship Type="http://schemas.openxmlformats.org/officeDocument/2006/relationships/notesMaster" Target="/ppt/notesMasters/notesMaster1.xml" Id="Rc08ba9f436f54e5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aeaf0afbd784ea5" /><Relationship Type="http://schemas.openxmlformats.org/officeDocument/2006/relationships/notesMaster" Target="/ppt/notesMasters/notesMaster1.xml" Id="R27fefad616fc464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6efa6045c274bb6" /><Relationship Type="http://schemas.openxmlformats.org/officeDocument/2006/relationships/notesMaster" Target="/ppt/notesMasters/notesMaster1.xml" Id="R02ca08f7894b48e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2a113ea493e4688" /><Relationship Type="http://schemas.openxmlformats.org/officeDocument/2006/relationships/notesMaster" Target="/ppt/notesMasters/notesMaster1.xml" Id="Rb6857dff427442b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Workflow adapted from the user-provided Summer_internship_Report.pdf, pages 14-16. Applied here as a proposed development process for SafarNXT.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Proposed frontend scope for SafarNXT. The focus on HTML, CSS, JavaScript, responsive layout, form interaction and browser testing is informed by the user-provided Summer_internship_Report.pdf, pages 17-21.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Proposed SafarNXT customer journey. This is a product design proposal, not a report of completed features.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Role scope adapted for SafarNXT. Frontend principles and responsive-web practices are informed by the user-provided Summer_internship_Report.pdf, pages 9-21.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73266c22554e4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b7d44e39fa476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8ba8973bbf4ef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bac1778a74493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81a923951543a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d1a0500cf846ff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3561d196f54318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21e868479d48ea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5d1954f7d647c6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eefb48792a4611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ab72131160489d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635B837-961A-486F-B210-ECE8BEBD443E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360557F0-7A42-4A1E-B37A-676E07E9F5A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52FA5AB-6A4E-4B14-B46A-6D2FCD6EB06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93EBB59-4CD2-4C7B-9495-A01972629CB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37061B8-C1A6-401D-9098-EE2D100BA5A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02BEBB4-B6B1-44CD-94A1-0372BF1851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0BD4A5C-5DC4-4995-BD36-3B20C9BF1AB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7FD1F92-F522-4D6E-941E-0A14D994225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39B8AF5-E5D5-4315-A66B-B5FDDC90F71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169A678-6863-47F4-AC0A-154284018F3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E8865FF-7D42-4479-8C5A-7077420EAB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ABDAA59-EEEE-4084-A152-99B930DA4B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CC73166-E63D-4848-8166-2C35A5AAF5C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B5C27D0-D71C-4A18-AE30-F7E79BBD06B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FB731C6-FE0C-4814-8D4F-04F19EDE8C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1A84B8F-88FC-4CB3-ACCE-48B590FB30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FA79BC3-0FEA-4EA6-A671-631ABAB8002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E56FCCE3-78F0-49A7-8660-43AA04D9259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3E4A587E-CD6C-4370-A595-9100F55661E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57E80BBF-CDFF-4199-8640-7F5538D2622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1BE3A423-D1E2-445E-95C9-CE19FCA85CB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8A7EA38-3E53-4224-9B1D-43B2ED40604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5190B14-62B8-45A2-92A7-EE90C7EB496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4C0FE8EE-4E72-41C2-91D6-FD93D20A1F2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14832E51-323F-4DB2-9BA9-C8573A06B06B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BD29259E-8945-4744-BFB9-0D4AF04989F8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4C77030A-D7D0-479F-ACBC-02CBFC0D913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036ECB52-2BEE-4F8A-AD60-0E402EB823A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74E830F8-D568-45B2-9228-CAA2C594C02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AD9F59F-7907-4EBB-A855-B55CAF349D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A7B03496-B4AF-45AC-8C0D-4D230F2FDFE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1DB02800-653F-44AF-971D-1E04F2F5249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38115E08-FE79-4019-8CFF-837113A6E88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DA877A37-3413-4552-AD4F-EDAF26275E3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CD24367C-D028-42FC-B71C-291CADE2D64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9B27916E-3684-4B40-9301-70373B7664D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E053D7A-FBBA-465F-B4F5-199D47780BD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93275B5-E009-4DED-92E3-B8BACC622B7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AB2A1596-54F1-47C6-A6AD-A0368AC9185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43F4E128-B07F-444E-8CD1-A628A66287F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0217162C-591A-45DF-ABBF-4F81BE96170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E0D423B-B814-4651-A9B4-D31CC34654A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07431A5-99A8-433B-AB9E-45EB0701E5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47E21D6C-363B-423A-BA37-93DDB62A41DE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287D1BCD-22D7-47A2-AFC6-AAD6C6938EA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8E05E59A-2033-492D-8D7D-124C24F5288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F61E4282-C3AE-4464-A886-3B8AB125994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09ECF974-8549-4FF1-ABA7-DE3EA01E2D1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A746D0D-9BB6-4E02-AF00-872BE292D4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4816E637-FC90-4574-BD05-354FDC2A402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ED71B7A-8EC4-4184-839D-C87CECDD769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D45C2A3-48EE-4700-A0A4-8A2F206ACCE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54DA791-E240-4ADC-AAA3-731A9CEE4BC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DE7B9364-763B-4E75-A29F-A8062F2D64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8DB32A0-4537-4884-B0A1-3378E1AB6B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12A91B3-D3CA-4B4F-A4A1-0CB00EEAECC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C6C5737-3F2C-4443-AB16-7697B5BD9CF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DC1706C-74EE-46C3-8F1A-34217F5CC06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8b4725384604603" /><Relationship Type="http://schemas.openxmlformats.org/officeDocument/2006/relationships/slideLayout" Target="/ppt/slideLayouts/slideLayout1.xml" Id="R4ce716200b9f4faa" /><Relationship Type="http://schemas.openxmlformats.org/officeDocument/2006/relationships/slideLayout" Target="/ppt/slideLayouts/slideLayout2.xml" Id="Rffdee80f73ee4f28" /><Relationship Type="http://schemas.openxmlformats.org/officeDocument/2006/relationships/slideLayout" Target="/ppt/slideLayouts/slideLayout3.xml" Id="Rca07ab7d35ef4c25" /><Relationship Type="http://schemas.openxmlformats.org/officeDocument/2006/relationships/slideLayout" Target="/ppt/slideLayouts/slideLayout4.xml" Id="R0c2fbd1c4d984ce9" /><Relationship Type="http://schemas.openxmlformats.org/officeDocument/2006/relationships/slideLayout" Target="/ppt/slideLayouts/slideLayout5.xml" Id="R2ae92700c6894f35" /><Relationship Type="http://schemas.openxmlformats.org/officeDocument/2006/relationships/slideLayout" Target="/ppt/slideLayouts/slideLayout6.xml" Id="Re07630864d764e73" /><Relationship Type="http://schemas.openxmlformats.org/officeDocument/2006/relationships/slideLayout" Target="/ppt/slideLayouts/slideLayout7.xml" Id="Rc8868ada389f42f8" /><Relationship Type="http://schemas.openxmlformats.org/officeDocument/2006/relationships/slideLayout" Target="/ppt/slideLayouts/slideLayout8.xml" Id="Rd85212fe70084820" /><Relationship Type="http://schemas.openxmlformats.org/officeDocument/2006/relationships/slideLayout" Target="/ppt/slideLayouts/slideLayout9.xml" Id="R0ebd6d873a1f412e" /><Relationship Type="http://schemas.openxmlformats.org/officeDocument/2006/relationships/slideLayout" Target="/ppt/slideLayouts/slideLayout10.xml" Id="R5cff474962bb454d" /><Relationship Type="http://schemas.openxmlformats.org/officeDocument/2006/relationships/slideLayout" Target="/ppt/slideLayouts/slideLayout11.xml" Id="Radced049edb146b7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026A37BA-9BEE-4634-9D1B-57CD81C1D3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BE71CF0-677A-4F90-8871-C15B42CEC4B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00ABBED-428C-4EC9-A348-6739D3794C7C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B85316B-F83C-444E-ADD3-47CDE84EFE7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54B7290-A908-4861-98DE-C5BB46187E8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ce716200b9f4faa"/>
    <p:sldLayoutId xmlns:r="http://schemas.openxmlformats.org/officeDocument/2006/relationships" id="2147483650" r:id="Rffdee80f73ee4f28"/>
    <p:sldLayoutId xmlns:r="http://schemas.openxmlformats.org/officeDocument/2006/relationships" id="2147483651" r:id="Rca07ab7d35ef4c25"/>
    <p:sldLayoutId xmlns:r="http://schemas.openxmlformats.org/officeDocument/2006/relationships" id="2147483652" r:id="R0c2fbd1c4d984ce9"/>
    <p:sldLayoutId xmlns:r="http://schemas.openxmlformats.org/officeDocument/2006/relationships" id="2147483653" r:id="R2ae92700c6894f35"/>
    <p:sldLayoutId xmlns:r="http://schemas.openxmlformats.org/officeDocument/2006/relationships" id="2147483654" r:id="Re07630864d764e73"/>
    <p:sldLayoutId xmlns:r="http://schemas.openxmlformats.org/officeDocument/2006/relationships" id="2147483655" r:id="Rc8868ada389f42f8"/>
    <p:sldLayoutId xmlns:r="http://schemas.openxmlformats.org/officeDocument/2006/relationships" id="2147483656" r:id="Rd85212fe70084820"/>
    <p:sldLayoutId xmlns:r="http://schemas.openxmlformats.org/officeDocument/2006/relationships" id="2147483657" r:id="R0ebd6d873a1f412e"/>
    <p:sldLayoutId xmlns:r="http://schemas.openxmlformats.org/officeDocument/2006/relationships" id="2147483658" r:id="R5cff474962bb454d"/>
    <p:sldLayoutId xmlns:r="http://schemas.openxmlformats.org/officeDocument/2006/relationships" id="2147483659" r:id="Radced049edb146b7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62651649a524f63" /><Relationship Type="http://schemas.openxmlformats.org/officeDocument/2006/relationships/notesSlide" Target="/ppt/notesSlides/notesSlide1.xml" Id="R381b1540c240487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bc4cf983bfa4f49" /><Relationship Type="http://schemas.openxmlformats.org/officeDocument/2006/relationships/notesSlide" Target="/ppt/notesSlides/notesSlide2.xml" Id="R3305104143da441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9e3640a017d442f" /><Relationship Type="http://schemas.openxmlformats.org/officeDocument/2006/relationships/notesSlide" Target="/ppt/notesSlides/notesSlide3.xml" Id="R58741e834b4342f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06394ecea9a43f4" /><Relationship Type="http://schemas.openxmlformats.org/officeDocument/2006/relationships/notesSlide" Target="/ppt/notesSlides/notesSlide4.xml" Id="R3687abf5fc2e4fb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fcac96380634663" /><Relationship Type="http://schemas.openxmlformats.org/officeDocument/2006/relationships/notesSlide" Target="/ppt/notesSlides/notesSlide5.xml" Id="R8c4312c664f14f5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e31e25de3984502" /><Relationship Type="http://schemas.openxmlformats.org/officeDocument/2006/relationships/notesSlide" Target="/ppt/notesSlides/notesSlide6.xml" Id="R4641ba4d7ce54c7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b9b6388ded14445" /><Relationship Type="http://schemas.openxmlformats.org/officeDocument/2006/relationships/notesSlide" Target="/ppt/notesSlides/notesSlide7.xml" Id="Rc4d2e7a737b3491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08ed942deab4d9b" /><Relationship Type="http://schemas.openxmlformats.org/officeDocument/2006/relationships/notesSlide" Target="/ppt/notesSlides/notesSlide8.xml" Id="Raddc3fa115f143c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4efd6007cc54747" /><Relationship Type="http://schemas.openxmlformats.org/officeDocument/2006/relationships/notesSlide" Target="/ppt/notesSlides/notesSlide9.xml" Id="R84092b2f029f494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fbd0366008343f0" /><Relationship Type="http://schemas.openxmlformats.org/officeDocument/2006/relationships/notesSlide" Target="/ppt/notesSlides/notesSlide10.xml" Id="R9cdd1f8fa8ae463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216cfe986474e3b" /><Relationship Type="http://schemas.openxmlformats.org/officeDocument/2006/relationships/notesSlide" Target="/ppt/notesSlides/notesSlide11.xml" Id="Rbd663caeb93a463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2feb9f393384886" /><Relationship Type="http://schemas.openxmlformats.org/officeDocument/2006/relationships/notesSlide" Target="/ppt/notesSlides/notesSlide12.xml" Id="R26633c0a1044416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A2D9A4D-63B5-4798-B753-05C4432D2B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Travel Startup Idea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88640DA-D58E-4142-8405-11D2F5734B3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Affordable, Safe &amp; Memorable Tours for Students, Families &amp; Senior Citizens</a:t>
            </a:r>
          </a:p>
        </p:txBody>
      </p:sp>
    </p:spTree>
    <p:extLst>
      <p:ext uri="{BB962C8B-B14F-4D97-AF65-F5344CB8AC3E}">
        <p14:creationId xmlns:p14="http://schemas.microsoft.com/office/powerpoint/2010/main" val="194495863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20CDC84-4CC8-4716-A951-5D24FA3865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Vision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F747853-8981-48F5-80AA-6396B9D4EC7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Make travel accessible, safe and enjoyable for every age group.</a:t>
            </a:r>
          </a:p>
        </p:txBody>
      </p:sp>
    </p:spTree>
    <p:extLst>
      <p:ext uri="{BB962C8B-B14F-4D97-AF65-F5344CB8AC3E}">
        <p14:creationId xmlns:p14="http://schemas.microsoft.com/office/powerpoint/2010/main" val="133423403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20CDC84-4CC8-4716-A951-5D24FA3865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Development Workflow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F747853-8981-48F5-80AA-6396B9D4EC7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• Understand the trip, audience and booking requirement</a:t>
            </a:r>
          </a:p>
          <a:p xmlns:a="http://schemas.openxmlformats.org/drawingml/2006/main">
            <a:r>
              <a:t>• Plan the page structure and user flow</a:t>
            </a:r>
          </a:p>
          <a:p xmlns:a="http://schemas.openxmlformats.org/drawingml/2006/main">
            <a:r>
              <a:t>• Build the interface with HTML, CSS and JavaScript</a:t>
            </a:r>
          </a:p>
          <a:p xmlns:a="http://schemas.openxmlformats.org/drawingml/2006/main">
            <a:r>
              <a:t>• Test layouts, links and form behaviour across screen sizes</a:t>
            </a:r>
          </a:p>
          <a:p xmlns:a="http://schemas.openxmlformats.org/drawingml/2006/main">
            <a:r>
              <a:t>• Review feedback and improve the user experience</a:t>
            </a:r>
          </a:p>
        </p:txBody>
      </p:sp>
    </p:spTree>
    <p:extLst>
      <p:ext uri="{BB962C8B-B14F-4D97-AF65-F5344CB8AC3E}">
        <p14:creationId xmlns:p14="http://schemas.microsoft.com/office/powerpoint/2010/main" val="133423403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20CDC84-4CC8-4716-A951-5D24FA3865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Frontend Build Priorities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F747853-8981-48F5-80AA-6396B9D4EC7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• Tour listing and package-detail pages</a:t>
            </a:r>
          </a:p>
          <a:p xmlns:a="http://schemas.openxmlformats.org/drawingml/2006/main">
            <a:r>
              <a:t>• Mobile-friendly layouts with readable content</a:t>
            </a:r>
          </a:p>
          <a:p xmlns:a="http://schemas.openxmlformats.org/drawingml/2006/main">
            <a:r>
              <a:t>• Enquiry and contact forms with basic validation</a:t>
            </a:r>
          </a:p>
          <a:p xmlns:a="http://schemas.openxmlformats.org/drawingml/2006/main">
            <a:r>
              <a:t>• WhatsApp and referral links for quick outreach</a:t>
            </a:r>
          </a:p>
          <a:p xmlns:a="http://schemas.openxmlformats.org/drawingml/2006/main">
            <a:r>
              <a:t>• Browser testing before each release</a:t>
            </a:r>
          </a:p>
        </p:txBody>
      </p:sp>
    </p:spTree>
    <p:extLst>
      <p:ext uri="{BB962C8B-B14F-4D97-AF65-F5344CB8AC3E}">
        <p14:creationId xmlns:p14="http://schemas.microsoft.com/office/powerpoint/2010/main" val="133423403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20CDC84-4CC8-4716-A951-5D24FA3865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Customer Website Journey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F747853-8981-48F5-80AA-6396B9D4EC7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• Discover a suitable tour or travel package</a:t>
            </a:r>
          </a:p>
          <a:p xmlns:a="http://schemas.openxmlformats.org/drawingml/2006/main">
            <a:r>
              <a:t>• Review destinations, itinerary and package information</a:t>
            </a:r>
          </a:p>
          <a:p xmlns:a="http://schemas.openxmlformats.org/drawingml/2006/main">
            <a:r>
              <a:t>• Send an enquiry or booking request</a:t>
            </a:r>
          </a:p>
          <a:p xmlns:a="http://schemas.openxmlformats.org/drawingml/2006/main">
            <a:r>
              <a:t>• Receive confirmation and next-step details</a:t>
            </a:r>
          </a:p>
          <a:p xmlns:a="http://schemas.openxmlformats.org/drawingml/2006/main">
            <a:r>
              <a:t>• Share feedback after the trip</a:t>
            </a:r>
          </a:p>
        </p:txBody>
      </p:sp>
    </p:spTree>
    <p:extLst>
      <p:ext uri="{BB962C8B-B14F-4D97-AF65-F5344CB8AC3E}">
        <p14:creationId xmlns:p14="http://schemas.microsoft.com/office/powerpoint/2010/main" val="133423403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20CDC84-4CC8-4716-A951-5D24FA3865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Frontend Development Role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F747853-8981-48F5-80AA-6396B9D4EC7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• Build a clear, responsive website for SafarNXT visitors</a:t>
            </a:r>
          </a:p>
          <a:p xmlns:a="http://schemas.openxmlformats.org/drawingml/2006/main">
            <a:r>
              <a:t>• Present tours, package details and enquiry options</a:t>
            </a:r>
          </a:p>
          <a:p xmlns:a="http://schemas.openxmlformats.org/drawingml/2006/main">
            <a:r>
              <a:t>• Make navigation easy on desktop, tablet and mobile</a:t>
            </a:r>
          </a:p>
          <a:p xmlns:a="http://schemas.openxmlformats.org/drawingml/2006/main">
            <a:r>
              <a:t>• Add simple interactive elements that help users plan a trip</a:t>
            </a:r>
          </a:p>
        </p:txBody>
      </p:sp>
    </p:spTree>
    <p:extLst>
      <p:ext uri="{BB962C8B-B14F-4D97-AF65-F5344CB8AC3E}">
        <p14:creationId xmlns:p14="http://schemas.microsoft.com/office/powerpoint/2010/main" val="133423403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33ECE5C-1DCF-41AE-B4FA-622FA0B706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Target Customers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86AFEFF-BD0E-4A99-8101-D30BA88CA41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• Students</a:t>
            </a:r>
          </a:p>
          <a:p xmlns:a="http://schemas.openxmlformats.org/drawingml/2006/main">
            <a:r>
              <a:t>• Children</a:t>
            </a:r>
          </a:p>
          <a:p xmlns:a="http://schemas.openxmlformats.org/drawingml/2006/main">
            <a:r>
              <a:t>• Families</a:t>
            </a:r>
          </a:p>
          <a:p xmlns:a="http://schemas.openxmlformats.org/drawingml/2006/main">
            <a:r>
              <a:t>• Senior Citizens</a:t>
            </a:r>
          </a:p>
          <a:p xmlns:a="http://schemas.openxmlformats.org/drawingml/2006/main">
            <a:r>
              <a:t>• Working Professionals</a:t>
            </a:r>
          </a:p>
        </p:txBody>
      </p:sp>
    </p:spTree>
    <p:extLst>
      <p:ext uri="{BB962C8B-B14F-4D97-AF65-F5344CB8AC3E}">
        <p14:creationId xmlns:p14="http://schemas.microsoft.com/office/powerpoint/2010/main" val="124169828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B729CA0-06F3-4CBD-B38A-A9F0E73C51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Services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CF5BD8E-ABE7-48DB-9711-1521F5AC938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• Educational Tours</a:t>
            </a:r>
          </a:p>
          <a:p xmlns:a="http://schemas.openxmlformats.org/drawingml/2006/main">
            <a:r>
              <a:t>• Weekend Trips</a:t>
            </a:r>
          </a:p>
          <a:p xmlns:a="http://schemas.openxmlformats.org/drawingml/2006/main">
            <a:r>
              <a:t>• Family Packages</a:t>
            </a:r>
          </a:p>
          <a:p xmlns:a="http://schemas.openxmlformats.org/drawingml/2006/main">
            <a:r>
              <a:t>• Pilgrimage Tours</a:t>
            </a:r>
          </a:p>
          <a:p xmlns:a="http://schemas.openxmlformats.org/drawingml/2006/main">
            <a:r>
              <a:t>• Adventure Trips</a:t>
            </a:r>
          </a:p>
        </p:txBody>
      </p:sp>
    </p:spTree>
    <p:extLst>
      <p:ext uri="{BB962C8B-B14F-4D97-AF65-F5344CB8AC3E}">
        <p14:creationId xmlns:p14="http://schemas.microsoft.com/office/powerpoint/2010/main" val="16523317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2EE1D99-1268-49D3-9F71-A36B91FBA2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Business Model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F439195-8771-49F6-8791-B073CBA58DE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Package fees</a:t>
            </a:r>
          </a:p>
          <a:p xmlns:a="http://schemas.openxmlformats.org/drawingml/2006/main">
            <a:r>
              <a:t>Partner commissions</a:t>
            </a:r>
          </a:p>
          <a:p xmlns:a="http://schemas.openxmlformats.org/drawingml/2006/main">
            <a:r>
              <a:t>Premium services</a:t>
            </a:r>
          </a:p>
          <a:p xmlns:a="http://schemas.openxmlformats.org/drawingml/2006/main">
            <a:r>
              <a:t>Travel insurance add-ons</a:t>
            </a:r>
          </a:p>
        </p:txBody>
      </p:sp>
    </p:spTree>
    <p:extLst>
      <p:ext uri="{BB962C8B-B14F-4D97-AF65-F5344CB8AC3E}">
        <p14:creationId xmlns:p14="http://schemas.microsoft.com/office/powerpoint/2010/main" val="88754046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F1F5D63-CAFF-40E0-8D90-EC82D774708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Marketing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DF0977A-1584-4BFB-B245-A45057B0190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Instagram, WhatsApp, Colleges, Schools, Referral Program</a:t>
            </a:r>
          </a:p>
        </p:txBody>
      </p:sp>
    </p:spTree>
    <p:extLst>
      <p:ext uri="{BB962C8B-B14F-4D97-AF65-F5344CB8AC3E}">
        <p14:creationId xmlns:p14="http://schemas.microsoft.com/office/powerpoint/2010/main" val="41166138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B32FE74-CA21-492B-9FF6-12DCD2D153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Growth Plan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B1F0C6A-6BEC-4E16-BDE2-13848B57D24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Website → First Group Tours → Reviews → Mobile App → Expansion</a:t>
            </a:r>
          </a:p>
        </p:txBody>
      </p:sp>
    </p:spTree>
    <p:extLst>
      <p:ext uri="{BB962C8B-B14F-4D97-AF65-F5344CB8AC3E}">
        <p14:creationId xmlns:p14="http://schemas.microsoft.com/office/powerpoint/2010/main" val="140902604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F13FCFE-75E4-494B-8B61-87A9AEFE76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Thank You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84BD226-7B70-4A69-A4BD-4BB4CF5DFEC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Let's Travel Together!</a:t>
            </a:r>
          </a:p>
        </p:txBody>
      </p:sp>
    </p:spTree>
    <p:extLst>
      <p:ext uri="{BB962C8B-B14F-4D97-AF65-F5344CB8AC3E}">
        <p14:creationId xmlns:p14="http://schemas.microsoft.com/office/powerpoint/2010/main" val="147784426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2026-09-27T15:17:47.3430000Z</dcterms:created>
  <dcterms:modified xsi:type="dcterms:W3CDTF">2026-09-27T15:17:47.3430000Z</dcterms:modified>
</coreProperties>
</file>